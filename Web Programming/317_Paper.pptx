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7" r:id="rId5"/>
    <p:sldId id="268" r:id="rId6"/>
    <p:sldId id="269" r:id="rId7"/>
    <p:sldId id="266" r:id="rId8"/>
    <p:sldId id="265" r:id="rId9"/>
  </p:sldIdLst>
  <p:sldSz cx="18288000" cy="10287000"/>
  <p:notesSz cx="6858000" cy="9144000"/>
  <p:embeddedFontLst>
    <p:embeddedFont>
      <p:font typeface="ITC Edwardian Script" panose="020B0604020202020204" charset="0"/>
      <p:regular r:id="rId11"/>
    </p:embeddedFont>
    <p:embeddedFont>
      <p:font typeface="Roboto Condensed Bold" panose="020B0604020202020204" charset="0"/>
      <p:regular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CB4854B-B8FE-4CFD-B413-5B226E1CE131}">
          <p14:sldIdLst>
            <p14:sldId id="256"/>
            <p14:sldId id="257"/>
          </p14:sldIdLst>
        </p14:section>
        <p14:section name="Untitled Section" id="{7E3AAB86-5523-46DA-84D5-A538931D49D3}">
          <p14:sldIdLst>
            <p14:sldId id="258"/>
            <p14:sldId id="267"/>
            <p14:sldId id="268"/>
            <p14:sldId id="269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622" autoAdjust="0"/>
  </p:normalViewPr>
  <p:slideViewPr>
    <p:cSldViewPr>
      <p:cViewPr varScale="1">
        <p:scale>
          <a:sx n="61" d="100"/>
          <a:sy n="61" d="100"/>
        </p:scale>
        <p:origin x="2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43019-CDCE-4791-9A73-2DF729D68497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28BCFA-9760-4AD4-923B-7173336A0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0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8BCFA-9760-4AD4-923B-7173336A02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09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outline of my presentation.</a:t>
            </a:r>
            <a:br>
              <a:rPr lang="en-US" dirty="0"/>
            </a:br>
            <a:r>
              <a:rPr lang="en-US" dirty="0"/>
              <a:t>I will start with the </a:t>
            </a:r>
            <a:r>
              <a:rPr lang="en-US" b="1" dirty="0"/>
              <a:t>motivation</a:t>
            </a:r>
            <a:r>
              <a:rPr lang="en-US" dirty="0"/>
              <a:t>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8BCFA-9760-4AD4-923B-7173336A02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61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8BCFA-9760-4AD4-923B-7173336A02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37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8BCFA-9760-4AD4-923B-7173336A02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7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define the key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8BCFA-9760-4AD4-923B-7173336A02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12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8BCFA-9760-4AD4-923B-7173336A02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77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8BCFA-9760-4AD4-923B-7173336A02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20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everyone for listening to my presentation.”   “I’ll be happy to answer any questions.”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8BCFA-9760-4AD4-923B-7173336A02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86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6436F-F06E-464F-9310-523273520DA6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AD03C-28DE-491B-99C4-B6B0EA532688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84F9-A8D1-4B11-9C6F-6022E940B09C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950C8-3B65-48C3-94C6-381A6FF42BF0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9F63F-1B85-400A-ADAB-F28A56A89648}" type="datetime1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C8BE-B378-4168-A52A-7E3E315AF90A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1A4F-31EF-465D-8B69-64D51A29F5A7}" type="datetime1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D114-F2AB-45C0-A3DC-75D7C460D7D3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0D4C4-1119-4BDB-9CEA-40FA0562335C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E226C-0071-4C49-998B-B14D52369CDA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F2A7-1CDE-4E75-840B-946A8AF86F5D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226F2-6C38-436F-9637-2085CE226CE8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828800" y="6933976"/>
            <a:ext cx="14867256" cy="3163898"/>
            <a:chOff x="0" y="0"/>
            <a:chExt cx="812800" cy="1411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41158"/>
            </a:xfrm>
            <a:custGeom>
              <a:avLst/>
              <a:gdLst/>
              <a:ahLst/>
              <a:cxnLst/>
              <a:rect l="l" t="t" r="r" b="b"/>
              <a:pathLst>
                <a:path w="812800" h="141158">
                  <a:moveTo>
                    <a:pt x="812800" y="0"/>
                  </a:moveTo>
                  <a:lnTo>
                    <a:pt x="0" y="0"/>
                  </a:lnTo>
                  <a:lnTo>
                    <a:pt x="101600" y="70579"/>
                  </a:lnTo>
                  <a:lnTo>
                    <a:pt x="0" y="141158"/>
                  </a:lnTo>
                  <a:lnTo>
                    <a:pt x="812800" y="141158"/>
                  </a:lnTo>
                  <a:lnTo>
                    <a:pt x="711200" y="70579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FFF4F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88900" y="-47625"/>
              <a:ext cx="635000" cy="188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7250764"/>
            <a:ext cx="1891731" cy="2104847"/>
          </a:xfrm>
          <a:custGeom>
            <a:avLst/>
            <a:gdLst/>
            <a:ahLst/>
            <a:cxnLst/>
            <a:rect l="l" t="t" r="r" b="b"/>
            <a:pathLst>
              <a:path w="1891731" h="2104847">
                <a:moveTo>
                  <a:pt x="0" y="0"/>
                </a:moveTo>
                <a:lnTo>
                  <a:pt x="1891731" y="0"/>
                </a:lnTo>
                <a:lnTo>
                  <a:pt x="1891731" y="2104847"/>
                </a:lnTo>
                <a:lnTo>
                  <a:pt x="0" y="21048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247504" y="4194711"/>
            <a:ext cx="13411200" cy="1671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/>
              <a:t>Course Code: ICE-3103</a:t>
            </a:r>
          </a:p>
          <a:p>
            <a:r>
              <a:rPr lang="en-US" sz="3600" b="1" dirty="0"/>
              <a:t>Course Title: Web Programming</a:t>
            </a:r>
          </a:p>
          <a:p>
            <a:pPr>
              <a:lnSpc>
                <a:spcPts val="4759"/>
              </a:lnSpc>
              <a:spcBef>
                <a:spcPct val="0"/>
              </a:spcBef>
            </a:pPr>
            <a:endParaRPr lang="en-US" sz="3399" b="1" spc="8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19201" y="5887798"/>
            <a:ext cx="16210016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b="1" dirty="0"/>
              <a:t>TITLE: BASIC HTML ELEMENTS AND DOCUMENT LAYOUT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83982" y="7355539"/>
            <a:ext cx="8572500" cy="26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MD Uzzal Mia</a:t>
            </a:r>
          </a:p>
          <a:p>
            <a:pPr algn="just">
              <a:lnSpc>
                <a:spcPts val="3499"/>
              </a:lnSpc>
            </a:pP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ID:220605</a:t>
            </a:r>
          </a:p>
          <a:p>
            <a:pPr algn="just">
              <a:lnSpc>
                <a:spcPts val="3499"/>
              </a:lnSpc>
            </a:pP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Department of Information and Communication Engineering </a:t>
            </a:r>
          </a:p>
          <a:p>
            <a:pPr algn="just">
              <a:lnSpc>
                <a:spcPts val="3499"/>
              </a:lnSpc>
            </a:pP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Pabna University of Science and Technology </a:t>
            </a:r>
          </a:p>
          <a:p>
            <a:pPr algn="just">
              <a:lnSpc>
                <a:spcPts val="3499"/>
              </a:lnSpc>
            </a:pP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Pabna, Bangladesh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b="1" spc="59" dirty="0">
              <a:solidFill>
                <a:srgbClr val="0000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F63D094-E8FE-DEFA-A016-ED2DE0E20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881" y="931389"/>
            <a:ext cx="1825027" cy="164168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A3C9C24-83EF-4202-5D12-35300F306E4C}"/>
              </a:ext>
            </a:extLst>
          </p:cNvPr>
          <p:cNvSpPr txBox="1"/>
          <p:nvPr/>
        </p:nvSpPr>
        <p:spPr>
          <a:xfrm>
            <a:off x="3056007" y="1002343"/>
            <a:ext cx="12954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cap="all" dirty="0"/>
              <a:t>Pabna University of Science and Technology</a:t>
            </a:r>
            <a:endParaRPr lang="en-US" sz="4400" b="1" dirty="0"/>
          </a:p>
          <a:p>
            <a:r>
              <a:rPr lang="en-US" sz="4400" b="1" cap="all" dirty="0"/>
              <a:t>                  Faculty of ENGINEERING</a:t>
            </a:r>
            <a:endParaRPr lang="en-US" sz="4400" b="1" dirty="0"/>
          </a:p>
          <a:p>
            <a:r>
              <a:rPr lang="en-US" sz="4400" b="1" cap="all" dirty="0"/>
              <a:t>INFORMATION AND COMMUNICATION ENGINEERING</a:t>
            </a:r>
          </a:p>
          <a:p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D02F49C-6D32-ABFB-20E7-CFE409DA85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875" y="636421"/>
            <a:ext cx="2143125" cy="2133600"/>
          </a:xfrm>
          <a:prstGeom prst="rect">
            <a:avLst/>
          </a:prstGeom>
        </p:spPr>
      </p:pic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D6F5D3E4-4C70-9C1F-47FC-C84604CA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232342"/>
            <a:ext cx="18288000" cy="1054658"/>
            <a:chOff x="0" y="-47625"/>
            <a:chExt cx="4816593" cy="2777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 lang="en-US" sz="1999" b="1" spc="47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AB59375-C1E6-56CE-0814-2B00929AD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81" y="931389"/>
            <a:ext cx="1825027" cy="164168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C814D5D1-EE73-9FF4-F16D-F7096949BE23}"/>
              </a:ext>
            </a:extLst>
          </p:cNvPr>
          <p:cNvSpPr txBox="1">
            <a:spLocks/>
          </p:cNvSpPr>
          <p:nvPr/>
        </p:nvSpPr>
        <p:spPr>
          <a:xfrm>
            <a:off x="5257800" y="941186"/>
            <a:ext cx="5715000" cy="144722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chemeClr val="accent1"/>
                </a:solidFill>
              </a:rPr>
              <a:t>HTML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B0385430-39E5-32D6-2969-008122568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373785"/>
            <a:ext cx="977387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HTML stands for Hyper Text Markup Language.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It is the standard language used to create webpages.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HTML uses tags to structure content such as text, images, and links.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A browser reads HTML and displays it visually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A9208B-7F03-123F-3FE8-07CA226DF8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5761" y="569301"/>
            <a:ext cx="2143125" cy="2133600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486E028-29BC-D069-2792-D53596AB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9413168"/>
            <a:ext cx="18287996" cy="873832"/>
          </a:xfrm>
          <a:custGeom>
            <a:avLst/>
            <a:gdLst/>
            <a:ahLst/>
            <a:cxnLst/>
            <a:rect l="l" t="t" r="r" b="b"/>
            <a:pathLst>
              <a:path w="4816592" h="230145">
                <a:moveTo>
                  <a:pt x="0" y="0"/>
                </a:moveTo>
                <a:lnTo>
                  <a:pt x="4816592" y="0"/>
                </a:lnTo>
                <a:lnTo>
                  <a:pt x="4816592" y="230145"/>
                </a:lnTo>
                <a:lnTo>
                  <a:pt x="0" y="230145"/>
                </a:lnTo>
                <a:close/>
              </a:path>
            </a:pathLst>
          </a:custGeom>
          <a:solidFill>
            <a:srgbClr val="00629B"/>
          </a:solid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A13F6D-AF64-A702-D745-7EA8C0526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81" y="931389"/>
            <a:ext cx="1825027" cy="1641681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FD6A831-89F0-A23F-009F-58FC76BB3679}"/>
              </a:ext>
            </a:extLst>
          </p:cNvPr>
          <p:cNvSpPr txBox="1">
            <a:spLocks/>
          </p:cNvSpPr>
          <p:nvPr/>
        </p:nvSpPr>
        <p:spPr>
          <a:xfrm>
            <a:off x="3352800" y="931389"/>
            <a:ext cx="12420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rgbClr val="0070C0"/>
                </a:solidFill>
              </a:rPr>
              <a:t>Basic HTML Structure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7E32C2B-21DA-6F19-0DEC-B49D7B64A3B8}"/>
              </a:ext>
            </a:extLst>
          </p:cNvPr>
          <p:cNvSpPr txBox="1">
            <a:spLocks/>
          </p:cNvSpPr>
          <p:nvPr/>
        </p:nvSpPr>
        <p:spPr>
          <a:xfrm>
            <a:off x="839155" y="2967831"/>
            <a:ext cx="6485389" cy="435133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r>
              <a:rPr lang="en-US" sz="4200" dirty="0"/>
              <a:t>&lt;!DOCTYPE html&gt;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/>
              <a:t>&lt;html&gt;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/>
              <a:t>  &lt;head&gt;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/>
              <a:t>    &lt;title&gt;Page Title&lt;/title&gt;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/>
              <a:t>  &lt;/head&gt;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/>
              <a:t>  &lt;body&gt;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/>
              <a:t>    Content goes here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/>
              <a:t>  &lt;/body&gt;</a:t>
            </a:r>
          </a:p>
          <a:p>
            <a:pPr marL="0" indent="0">
              <a:buFont typeface="Arial" pitchFamily="34" charset="0"/>
              <a:buNone/>
            </a:pPr>
            <a:r>
              <a:rPr lang="en-US" sz="4200" dirty="0"/>
              <a:t>&lt;/html&gt;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25D771-403B-FB2D-DA22-1102D57543D8}"/>
              </a:ext>
            </a:extLst>
          </p:cNvPr>
          <p:cNvSpPr txBox="1"/>
          <p:nvPr/>
        </p:nvSpPr>
        <p:spPr>
          <a:xfrm>
            <a:off x="8001000" y="2709704"/>
            <a:ext cx="742425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Every HTML file follows a basic structure:</a:t>
            </a:r>
          </a:p>
          <a:p>
            <a:r>
              <a:rPr lang="en-US" sz="3600" dirty="0"/>
              <a:t>&lt;!DOCTYPE html&gt; → Tells the browser the document type.</a:t>
            </a:r>
          </a:p>
          <a:p>
            <a:r>
              <a:rPr lang="en-US" sz="3600" dirty="0"/>
              <a:t>&lt;html&gt; → Root element of the page.</a:t>
            </a:r>
          </a:p>
          <a:p>
            <a:r>
              <a:rPr lang="en-US" sz="3600" dirty="0"/>
              <a:t>&lt;head&gt; → Includes metadata, title, CSS links.</a:t>
            </a:r>
          </a:p>
          <a:p>
            <a:r>
              <a:rPr lang="en-US" sz="3600" dirty="0"/>
              <a:t>&lt;body&gt; → Contains the visible content</a:t>
            </a:r>
          </a:p>
          <a:p>
            <a:endParaRPr lang="en-US" sz="2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5AC74AC-228B-B9A6-B87D-11A93624D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5355" y="569301"/>
            <a:ext cx="2143125" cy="2133600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31CC1C3-BCFC-FD8B-FF20-1FD811CBF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F98F5-1280-2F73-6C60-112D6CF8E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3EEF320-FF94-19E1-A870-06C02CBF6168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592CDDF-6E44-9E60-8A2F-EA94FFE14274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42400E7-D5D6-DE06-C010-A99CC019AF8D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70CE147-126A-248A-F742-BCF2E902B69F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A0E331B-0975-8DB6-CAA8-DAC5D2E7F591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E6F7B77-380D-F123-7D33-910B71C990B0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6BAE946-07C5-469C-8E90-B5E482C4EE3B}"/>
              </a:ext>
            </a:extLst>
          </p:cNvPr>
          <p:cNvSpPr/>
          <p:nvPr/>
        </p:nvSpPr>
        <p:spPr>
          <a:xfrm>
            <a:off x="0" y="9413168"/>
            <a:ext cx="18287996" cy="873832"/>
          </a:xfrm>
          <a:custGeom>
            <a:avLst/>
            <a:gdLst/>
            <a:ahLst/>
            <a:cxnLst/>
            <a:rect l="l" t="t" r="r" b="b"/>
            <a:pathLst>
              <a:path w="4816592" h="230145">
                <a:moveTo>
                  <a:pt x="0" y="0"/>
                </a:moveTo>
                <a:lnTo>
                  <a:pt x="4816592" y="0"/>
                </a:lnTo>
                <a:lnTo>
                  <a:pt x="4816592" y="230145"/>
                </a:lnTo>
                <a:lnTo>
                  <a:pt x="0" y="230145"/>
                </a:lnTo>
                <a:close/>
              </a:path>
            </a:pathLst>
          </a:custGeom>
          <a:solidFill>
            <a:srgbClr val="00629B"/>
          </a:solid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1063FB-C6DE-FD15-1484-52C84C9BE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81" y="931389"/>
            <a:ext cx="1825027" cy="1641681"/>
          </a:xfrm>
          <a:prstGeom prst="rect">
            <a:avLst/>
          </a:prstGeom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ECE44BA0-D3A5-554D-0517-401C34A0A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899946"/>
            <a:ext cx="9488646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&lt;h1&gt; to &lt;h6&gt; → Used to create headings and titles.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&lt;p&gt; → Used for writing blocks of text.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&gt; → Used to display an image on the page.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&lt;a&gt; → Used to create clickable links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&lt;ul&gt; → Used to create an unordered (bullet) list.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&gt; → Used to create an ordered (numbered) list.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&lt;li&gt; → Used to define each item inside a list.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1A2D084-D9EC-9595-AF6F-E970804536EB}"/>
              </a:ext>
            </a:extLst>
          </p:cNvPr>
          <p:cNvSpPr txBox="1">
            <a:spLocks/>
          </p:cNvSpPr>
          <p:nvPr/>
        </p:nvSpPr>
        <p:spPr>
          <a:xfrm>
            <a:off x="4081850" y="1089447"/>
            <a:ext cx="1047235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rgbClr val="0070C0"/>
                </a:solidFill>
              </a:rPr>
              <a:t>Common HTML Elements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DAA0D9C-2B0A-E931-D069-738284EAA9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875" y="636421"/>
            <a:ext cx="2143125" cy="2133600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A4A1F160-5A3B-09F1-F919-28FA7133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2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D379A-B710-CF86-886B-7172B5F1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D5A45BF-A6F1-174C-6A2D-79367904EF39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2F4226E-4A7E-7F2A-6E92-57B5C7C131B3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37DE1CB-3259-3CC2-945B-BD495D1785DC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8D0DA66-69FF-63C8-6386-1AB689AF2B11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0EAFBDB-4DC5-F786-4494-6F620026E45F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36152CC-B1F6-6571-6DF9-3F2422E9D87F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C2E74463-06ED-CC3B-27E2-8B5FC316940B}"/>
              </a:ext>
            </a:extLst>
          </p:cNvPr>
          <p:cNvSpPr/>
          <p:nvPr/>
        </p:nvSpPr>
        <p:spPr>
          <a:xfrm>
            <a:off x="0" y="9413168"/>
            <a:ext cx="18287996" cy="873832"/>
          </a:xfrm>
          <a:custGeom>
            <a:avLst/>
            <a:gdLst/>
            <a:ahLst/>
            <a:cxnLst/>
            <a:rect l="l" t="t" r="r" b="b"/>
            <a:pathLst>
              <a:path w="4816592" h="230145">
                <a:moveTo>
                  <a:pt x="0" y="0"/>
                </a:moveTo>
                <a:lnTo>
                  <a:pt x="4816592" y="0"/>
                </a:lnTo>
                <a:lnTo>
                  <a:pt x="4816592" y="230145"/>
                </a:lnTo>
                <a:lnTo>
                  <a:pt x="0" y="230145"/>
                </a:lnTo>
                <a:close/>
              </a:path>
            </a:pathLst>
          </a:custGeom>
          <a:solidFill>
            <a:srgbClr val="00629B"/>
          </a:solid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218675-44FC-F792-9870-F2BA09D4B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81" y="931389"/>
            <a:ext cx="1825027" cy="1641681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D08A4D52-4354-60EA-C8F9-931C3BAC8835}"/>
              </a:ext>
            </a:extLst>
          </p:cNvPr>
          <p:cNvSpPr txBox="1">
            <a:spLocks/>
          </p:cNvSpPr>
          <p:nvPr/>
        </p:nvSpPr>
        <p:spPr>
          <a:xfrm>
            <a:off x="3697447" y="1212026"/>
            <a:ext cx="11313953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rgbClr val="0070C0"/>
                </a:solidFill>
              </a:rPr>
              <a:t>Text Formatting Element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BFECCD-8682-F377-471D-EC2A2DB97BAA}"/>
              </a:ext>
            </a:extLst>
          </p:cNvPr>
          <p:cNvSpPr txBox="1"/>
          <p:nvPr/>
        </p:nvSpPr>
        <p:spPr>
          <a:xfrm>
            <a:off x="914400" y="3666172"/>
            <a:ext cx="14478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200" dirty="0"/>
              <a:t>&lt;b&gt; → Used to make text bold.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200" dirty="0"/>
              <a:t>&lt;strong&gt; → Used to show important bold text.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200" dirty="0"/>
              <a:t>&lt;</a:t>
            </a:r>
            <a:r>
              <a:rPr lang="en-US" sz="3200" dirty="0" err="1"/>
              <a:t>i</a:t>
            </a:r>
            <a:r>
              <a:rPr lang="en-US" sz="3200" dirty="0"/>
              <a:t>&gt; → Used to make text italic.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200" dirty="0"/>
              <a:t>&lt;</a:t>
            </a:r>
            <a:r>
              <a:rPr lang="en-US" sz="3200" dirty="0" err="1"/>
              <a:t>em</a:t>
            </a:r>
            <a:r>
              <a:rPr lang="en-US" sz="3200" dirty="0"/>
              <a:t>&gt; → Used to emphasize text in italic.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200" dirty="0"/>
              <a:t>&lt;u&gt; → Used to underline text.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3200" dirty="0"/>
              <a:t>&lt;</a:t>
            </a:r>
            <a:r>
              <a:rPr lang="en-US" sz="3200" dirty="0" err="1"/>
              <a:t>br</a:t>
            </a:r>
            <a:r>
              <a:rPr lang="en-US" sz="3200" dirty="0"/>
              <a:t>&gt; → Used to break a line without starting a new paragraph.</a:t>
            </a:r>
          </a:p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7D7E33-4E29-6542-CBFC-C099DD7AC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875" y="636421"/>
            <a:ext cx="2143125" cy="2133600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405EB9C-9434-4D59-F4AA-9B6EDC22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6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B02D-CC38-F495-2B28-2F9444A1B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EB61AB-1BE9-168E-8C10-0AF3E2FF87FD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F1E724F-70DE-E499-2307-2BF04D1AC655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981DE86-856D-CFAC-0EF2-257B1C2AA4D4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F059C96-8E80-B5E2-4E9A-BF272FB6B973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C54BA20-EC36-0060-27FF-A1295291F8E1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C7307F8-EBAA-0D5F-5F4A-F8C4BDD38BF4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33C74AC-56D0-0916-7986-144B9EA09F6B}"/>
              </a:ext>
            </a:extLst>
          </p:cNvPr>
          <p:cNvGrpSpPr/>
          <p:nvPr/>
        </p:nvGrpSpPr>
        <p:grpSpPr>
          <a:xfrm>
            <a:off x="0" y="9232342"/>
            <a:ext cx="18288000" cy="1054658"/>
            <a:chOff x="0" y="-47625"/>
            <a:chExt cx="4816593" cy="27777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3BAA1DD-240D-C2A7-2CD2-4B6797A6EE4C}"/>
                </a:ext>
              </a:extLst>
            </p:cNvPr>
            <p:cNvSpPr/>
            <p:nvPr/>
          </p:nvSpPr>
          <p:spPr>
            <a:xfrm>
              <a:off x="0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B4423BF-765C-F57A-66DE-199ED70BAFD4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 lang="en-US" sz="1999" b="1" spc="47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9FA95635-2EB2-2CD9-202C-DEDEE834C536}"/>
              </a:ext>
            </a:extLst>
          </p:cNvPr>
          <p:cNvSpPr txBox="1">
            <a:spLocks/>
          </p:cNvSpPr>
          <p:nvPr/>
        </p:nvSpPr>
        <p:spPr>
          <a:xfrm>
            <a:off x="3886200" y="1028700"/>
            <a:ext cx="113538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rgbClr val="0070C0"/>
                </a:solidFill>
              </a:rPr>
              <a:t>HTML Layout Elements</a:t>
            </a: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228408CD-1595-D7AF-8B2E-6C3FC8645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0924" y="3739634"/>
            <a:ext cx="1319907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&lt;header&gt; → Used to define the top section of a webpage.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&lt;nav&gt; → Used to create a navigation menu.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&lt;section&gt; → Used to group related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&lt;article&gt; → Used to show independent content like a post.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&lt;aside&gt; → Used to show side content or a sidebar.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&lt;footer&gt; → Used to define the bottom section of a webpage.</a:t>
            </a:r>
            <a:endParaRPr lang="en-US" alt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2AEE5AD-CF88-D33D-1A5F-A4B647675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875" y="636421"/>
            <a:ext cx="2143125" cy="2133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2BA461B-93CA-639B-37DA-453DFA0E3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81" y="931389"/>
            <a:ext cx="1825027" cy="1641681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1E994EF-1644-8966-2584-5E282F5F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97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55EE7-F992-122C-444A-1CAE51BC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C82B4D-0C9E-E5F2-D455-ED6D0B753861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767EB7D-DEEC-5BBF-0E38-7A4A593174BA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A8F0DC1-FEE7-B2A4-B2B0-81E62B1A5B43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64CF8E6-F3F0-2596-D7A4-9DABF8D31D82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3CD09F6-5DE2-5835-5F4C-100CA02DD368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1EE567B-F0F2-D32D-AC46-0471AFA9C72F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6613F5D-77D0-800C-9CFC-161920CB679A}"/>
              </a:ext>
            </a:extLst>
          </p:cNvPr>
          <p:cNvGrpSpPr/>
          <p:nvPr/>
        </p:nvGrpSpPr>
        <p:grpSpPr>
          <a:xfrm>
            <a:off x="0" y="9413168"/>
            <a:ext cx="18288000" cy="873832"/>
            <a:chOff x="0" y="0"/>
            <a:chExt cx="4816593" cy="23014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9B1625A-B729-4061-FDBD-EE93914C7AD4}"/>
                </a:ext>
              </a:extLst>
            </p:cNvPr>
            <p:cNvSpPr/>
            <p:nvPr/>
          </p:nvSpPr>
          <p:spPr>
            <a:xfrm>
              <a:off x="0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ABF25B7-C7D5-E7C3-DB23-2F8FD4E5A76D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 lang="en-US" sz="1999" b="1" spc="47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endParaRP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EFA4D78C-7B72-9879-287A-50F8AAD12AE8}"/>
              </a:ext>
            </a:extLst>
          </p:cNvPr>
          <p:cNvSpPr txBox="1">
            <a:spLocks/>
          </p:cNvSpPr>
          <p:nvPr/>
        </p:nvSpPr>
        <p:spPr>
          <a:xfrm>
            <a:off x="3429000" y="834416"/>
            <a:ext cx="10896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rgbClr val="0070C0"/>
                </a:solidFill>
              </a:rPr>
              <a:t>Conclusions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5ABBCE93-A243-CC0C-9BB9-C60CBE93A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6" y="3476237"/>
            <a:ext cx="994095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HTML is the foundation of every webpage.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Basic elements create text, images, and links.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Layout tags help structure content clearly.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Understanding HTML basics is essential for web development.</a:t>
            </a:r>
            <a:endParaRPr lang="en-US" alt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18B126A-1CBF-E1B6-DFC8-0A3083AE0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81" y="931389"/>
            <a:ext cx="1825027" cy="16416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13F1CAB-3E8F-9987-D469-C8B2AA083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875" y="636421"/>
            <a:ext cx="2143125" cy="2133600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EE006DF6-1F56-EB9A-D164-8C0F65B8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06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13168"/>
            <a:ext cx="18288000" cy="873832"/>
            <a:chOff x="0" y="0"/>
            <a:chExt cx="4816593" cy="2301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 lang="en-US" sz="1999" b="1" spc="47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99080" y="2573070"/>
            <a:ext cx="16641365" cy="3949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 spc="264" dirty="0">
                <a:solidFill>
                  <a:srgbClr val="167B45"/>
                </a:solidFill>
                <a:latin typeface="ITC Edwardian Script"/>
                <a:ea typeface="ITC Edwardian Script"/>
                <a:cs typeface="ITC Edwardian Script"/>
                <a:sym typeface="ITC Edwardian Script"/>
              </a:rPr>
              <a:t>Thank You!</a:t>
            </a:r>
          </a:p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 spc="264" dirty="0">
                <a:solidFill>
                  <a:srgbClr val="167B45"/>
                </a:solidFill>
                <a:latin typeface="ITC Edwardian Script"/>
                <a:ea typeface="ITC Edwardian Script"/>
                <a:cs typeface="ITC Edwardian Script"/>
                <a:sym typeface="ITC Edwardian Script"/>
              </a:rPr>
              <a:t>I ‘ll  be happy to answer any question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9408D24-60AD-589C-B971-71879E68F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81" y="931389"/>
            <a:ext cx="1825027" cy="16416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ED3431-0320-870F-8BE3-CD3FE190A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875" y="636421"/>
            <a:ext cx="2143125" cy="2133600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960FFEC-2DE0-4331-2777-CBF0ADFA6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531</Words>
  <Application>Microsoft Office PowerPoint</Application>
  <PresentationFormat>Custom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Roboto Condensed Bold</vt:lpstr>
      <vt:lpstr>ITC Edwardian Script</vt:lpstr>
      <vt:lpstr>Wingdings</vt:lpstr>
      <vt:lpstr>Calibri</vt:lpstr>
      <vt:lpstr>Arial</vt:lpstr>
      <vt:lpstr>Aptos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Compas_2025</dc:title>
  <dc:creator>MD Uzzal Mia</dc:creator>
  <cp:lastModifiedBy>MD Uzzal Mia</cp:lastModifiedBy>
  <cp:revision>15</cp:revision>
  <dcterms:created xsi:type="dcterms:W3CDTF">2006-08-16T00:00:00Z</dcterms:created>
  <dcterms:modified xsi:type="dcterms:W3CDTF">2025-11-22T16:50:21Z</dcterms:modified>
  <dc:identifier>DAG17Vso9ds</dc:identifier>
</cp:coreProperties>
</file>